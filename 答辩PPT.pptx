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0" y="1980000"/>
            <a:ext cx="9720000" cy="1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720000"/>
            <a:ext cx="97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电信客户流失预测与价值细分系统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2088000"/>
            <a:ext cx="9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D6EAF8"/>
                </a:solidFill>
                <a:latin typeface="Microsoft YaHei"/>
              </a:defRPr>
            </a:pPr>
            <a:r>
              <a:t>基于机器学习的客户流失分析与业务策略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240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《数据分析与数据挖掘》课程项目答辩 — 项目6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5040000"/>
            <a:ext cx="97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小组成员：张嘉鹏（202425310225） | 陈国俊（202425310201） | 郑圣豪（202425310226）</a:t>
            </a:r>
          </a:p>
          <a:p>
            <a:r>
              <a:rPr sz="1800"/>
              <a:t>专业班级：24计算机科学与技术2班</a:t>
            </a:r>
          </a:p>
          <a:p>
            <a:r>
              <a:rPr sz="1800"/>
              <a:t>指导老师：蓝连涛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260000"/>
            <a:ext cx="108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1. 项目背景与问题定义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2. 数据集与预处理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3. 技术路线总览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4. 特征工程：RFM + WOE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5. 类别不平衡处理：SMOTE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6. 模型构建与对比实验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7. 实验结果分析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8. SHAP可解释性与聚类细分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9. 业务策略建议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10.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1. 项目背景与问题定义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核心问题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0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电信客户流失率高达26.5%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获取新客户成本是维护老客户的5-6倍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客户留存率每提升5%，利润增加25%-95%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传统被动补救措施效果有限、成本高昂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需要主动预测+精准干预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项目目标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有监督：构建流失预测分类模型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对比4种算法，选出最优模型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无监督：客户聚类细分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K-Means + DBSCAN双方法对比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可解释：SHAP分析 + 业务策略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从"黑箱预测"到可操作的洞察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58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核心目标：构建"流失预警 + 客户分群"双模块分析系统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2. 数据集概览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Kaggle Telco Customer Churn Dataset  |  7,043条记录 × 21个特征  |  流失率 26.54%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80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36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人口统计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gender, SeniorCitizen, Partner, Dependents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性别、老年人、伴侣、家属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账户信息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tenure, Contract, PaymentMethod, MonthlyCharges, TotalCharges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在网时长、合同类型、支付方式、费用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服务订阅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PhoneService, InternetService, OnlineSecurity 等9项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电话、互联网、安全、技术支持等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目标变量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Churn (Yes/No)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26.54% 流失 vs 73.46% 未流失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04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Microsoft YaHei"/>
              </a:defRPr>
            </a:pPr>
            <a:r>
              <a:t>⚠ 数据挑战：类别不平衡（1:2.8）  |  TotalCharges存在空值  |  15个类别特征需编码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3. 技术路线总览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2520000" cy="720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数据层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数据加载</a:t>
            </a:r>
            <a:br/>
            <a:r>
              <a:t>缺失值处理</a:t>
            </a:r>
            <a:br/>
            <a:r>
              <a:t>Label Encoding</a:t>
            </a:r>
            <a:br/>
            <a:r>
              <a:t>EDA探索分析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31999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0000" y="1260000"/>
            <a:ext cx="2520000" cy="720000"/>
          </a:xfrm>
          <a:prstGeom prst="roundRect">
            <a:avLst/>
          </a:prstGeom>
          <a:solidFill>
            <a:srgbClr val="1A9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特征层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RFM特征构建</a:t>
            </a:r>
            <a:br/>
            <a:r>
              <a:t>WOE分箱编码</a:t>
            </a:r>
            <a:br/>
            <a:r>
              <a:t>特征重要性</a:t>
            </a:r>
            <a:br/>
            <a:r>
              <a:t>预筛选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2000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2520000" cy="72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模型层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SMOTE过采样</a:t>
            </a:r>
            <a:br/>
            <a:r>
              <a:t>LR/RF/XGB/LGBM</a:t>
            </a:r>
            <a:br/>
            <a:r>
              <a:t>5折交叉验证</a:t>
            </a:r>
            <a:br/>
            <a:r>
              <a:t>K-Means/DBSCAN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2000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0000" y="1260000"/>
            <a:ext cx="2520000" cy="7200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SHAP可解释性</a:t>
            </a:r>
            <a:br/>
            <a:r>
              <a:t>聚类画像</a:t>
            </a:r>
            <a:br/>
            <a:r>
              <a:t>业务策略输出</a:t>
            </a:r>
            <a:br/>
            <a:r>
              <a:t>结果可视化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66573"/>
                </a:solidFill>
                <a:latin typeface="Microsoft YaHei"/>
              </a:defRPr>
            </a:pPr>
            <a:r>
              <a:t>核心技术栈：Scikit-learn | XGBoost | LightGBM | SMOTE | SHAP | K-Means | PCA | matplotlib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504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核心创新：RFM+WOE复合特征工程  +  SHAP可解释性分析  +  有监督+无监督双模块融合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4. 特征工程：RFM + WOE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RFM 特征构建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R (Recency)：1 / (tenure + 1)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新客户R值高 → 流失风险高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F (Frequency)：订阅服务数量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共9项增值服务，反映客户粘性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M (Monetary)：MonthlyCharges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直接衡量客户消费价值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RFM_Total：三维特征联合评分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WOE 分箱编码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Weight of Evidence（证据权重）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有监督离散化，提升线性模型表现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对 tenure / MonthlyCharges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/ TotalCharges 做等频分箱(q=10)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WOE = ln(好客户占比 / 坏客户占比)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→ Base / RFM / WOE / SMOTE分层验证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04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关键控制：WOE仅用训练集拟合；交叉验证中SMOTE只在每个训练折内部执行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5. 类别不平衡处理：SMOTE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问题：流失客户仅占26.5%（1,869人），模型易偏向预测多数类（不流失）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9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处理策略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52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SMOTE 过采样（Synthetic Minority Oversampling）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在特征空间中为流失样本找k近邻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在近邻之间随机线性插值生成新样本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训练最终模型时仅在训练集上执行，测试集保持原分布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交叉验证时封装进Pipeline，仅在训练折内部执行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处理后：5,634 → 8,278 样本（1:1 平衡）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9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为什么不用其他方法？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25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欠采样（RandomUnderSampler）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丢失4,139条非流失样本，信息损失大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代价敏感学习（Class Weight）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需预设代价比例，业务中难以精确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集成采样（EasyEnsemble）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训练开销大，效果提升有限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SMOTE：保留全部信息 + 平衡类别 + 实现简单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5580000"/>
            <a:ext cx="11160000" cy="54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消融结果：SMOTE将Recall从0.4893提升至0.7086，同时F1提升至0.6295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6. 模型构建与对比实验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8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关键参数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特点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逻辑回归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线性分类器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C=1.0, solver=liblinear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可解释性强，训练快速，线性基线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随机森林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Bagging集成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depth=10, min_split=10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抗过拟合，特征重要性，无需缩放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Boosting集成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depth=6, lr=0.1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L1/L2正则化，工业界首选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Boosting集成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depth=6, leaves=31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直方图算法，leaf-wise，速度快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7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评估策略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432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0"/>
                <a:gridCol w="54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设置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Accuracy, Precision, Recall, F1, ROC-AUC, PR-AUC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验证方法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5折分层交叉验证（StratifiedKFold, shuffle=True）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数据划分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80%训练 / 20%测试；CV中SMOTE仅在训练折内执行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随机种子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42（所有实验固定，确保完全可复现）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实验结果 — 5折交叉验证（折内SMOTE）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9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0.7650 ± 0.0154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0.5443 ± 0.0232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0.7050 ± 0.0347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0.6141 ± 0.0257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0.8349 ± 0.0128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Random Forest 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0.7772 ± 0.0112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0.5657 ± 0.0173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0.6903 ± 0.0419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0.6214 ± 0.0243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0.8393 ± 0.0095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0.7790 ± 0.0046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0.5866 ± 0.0118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0.5686 ± 0.0186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0.5771 ± 0.0089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0.8210 ± 0.0060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0.7796 ± 0.0093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0.5852 ± 0.0159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0.5793 ± 0.0364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0.5819 ± 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0.8229 ± 0.0054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32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📌 折内SMOTE后，随机森林CV ROC-AUC最高（0.8393），结果更接近真实泛化表现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04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74C3C"/>
                </a:solidFill>
                <a:latin typeface="Microsoft YaHei"/>
              </a:defRPr>
            </a:pPr>
            <a:r>
              <a:t>测试集始终保持原始不平衡分布，用于检验真实业务泛化能力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实验结果 — 测试集评估（原始不平衡数据）⭐核心结果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10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857"/>
                <a:gridCol w="1542857"/>
                <a:gridCol w="1542857"/>
                <a:gridCol w="1542857"/>
                <a:gridCol w="1542857"/>
                <a:gridCol w="1542857"/>
                <a:gridCol w="1542858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0.7622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0.5404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0.6979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0.6091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0.8364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0.6582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Random Forest 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0.6509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0.7814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0.5878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0.5909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0.5893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0.8245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0.6353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1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680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最优模型：随机森林 — ROC-AUC=0.8386，Recall=0.7086（能识别70.9%的流失客户）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XGBoost/LightGBM准确率略高，但召回率明显低于随机森林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逻辑回归在RFM+WOE加持下召回率达0.6979，且模型最简单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所有模型PR-AUC远超随机基线（0.27），验证了模型的实用价值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模型评估可视化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11 / 15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5040000" cy="2700000"/>
          </a:xfrm>
          <a:prstGeom prst="rect">
            <a:avLst/>
          </a:prstGeom>
        </p:spPr>
      </p:pic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080000"/>
            <a:ext cx="5400000" cy="2700000"/>
          </a:xfrm>
          <a:prstGeom prst="rect">
            <a:avLst/>
          </a:prstGeom>
        </p:spPr>
      </p:pic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00" y="3960000"/>
            <a:ext cx="10800000" cy="234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8. SHAP可解释性 &amp; 客户聚类细分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SHAP 特征重要性 Top-5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620000"/>
          <a:ext cx="10800000" cy="259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43199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排名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SHAP值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业务解读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PaymentMethod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0.0566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电子支票支付者风险偏高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MonthlyCharges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高消费客户流失倾向略高</a:t>
                      </a:r>
                    </a:p>
                  </a:txBody>
                  <a:tcPr/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RFM_Total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0.0552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RFM综合评分联合效应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tenure_WOE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在网时长非线性影响明显</a:t>
                      </a:r>
                    </a:p>
                  </a:txBody>
                  <a:tcPr/>
                </a:tc>
              </a:tr>
              <a:tr h="43200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InternetService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0.0272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光纤用户流失率&gt;DSL用户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K-Means 客户聚类画像 (K=4)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0000" y="162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  <a:gridCol w="2160000"/>
                <a:gridCol w="2160000"/>
                <a:gridCol w="216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群体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流失率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月费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C0 中等风险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2,517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30.4%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$64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交叉销售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C1 VIP群体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2,226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重点维护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C2 ⚠高危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946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60.9%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$58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优先干预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C3 稳定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保持服务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0000" y="5040000"/>
            <a:ext cx="11160000" cy="90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聚类质量：Silhouette Score = 0.4048  |  DBSCAN识别108个噪声点  |  四类客户需差异化运营策略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消融实验 — 验证模块贡献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6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66573"/>
                </a:solidFill>
                <a:latin typeface="Microsoft YaHei"/>
              </a:defRPr>
            </a:pPr>
            <a:r>
              <a:t>对比实验：Base vs RFM vs WOE vs SMOTE（随机森林，同一训练/测试划分）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0000" y="198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  <a:gridCol w="2160000"/>
                <a:gridCol w="2160000"/>
                <a:gridCol w="216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实验条件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0.8013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0.6632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0.5107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0.5770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0.4893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0.5631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Base+RFM+WOE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0.7956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0.6536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0.4893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0.5596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Base+RFM+WOE+SMOTE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0.6295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Microsoft YaHei"/>
              </a:defRPr>
            </a:pPr>
            <a:r>
              <a:t>结论：</a:t>
            </a:r>
            <a:br/>
            <a:r>
              <a:t>• RFM/WOE在随机森林上没有明显提升AUC，说明树模型已能捕捉较多非线性关系</a:t>
            </a:r>
            <a:br/>
            <a:r>
              <a:t>• SMOTE是Recall提升的关键：0.4893 → 0.7086</a:t>
            </a:r>
            <a:br/>
            <a:r>
              <a:t>• F1从0.5596提升到0.6295，更符合流失预警的业务目标</a:t>
            </a:r>
            <a:br/>
            <a:r>
              <a:t>• RFM/WOE仍提供可解释的业务特征，便于报告和策略落地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9. 业务策略建议（6大方向）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📝 合同优化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发现：月付客户流失率远超</a:t>
            </a:r>
            <a:br/>
            <a:r>
              <a:t>长期合同</a:t>
            </a:r>
            <a:br/>
            <a:br/>
            <a:r>
              <a:t>措施：推年付套餐+折扣激励</a:t>
            </a:r>
            <a:br/>
            <a:br/>
            <a:r>
              <a:t>预期：降流失15-20%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🔐 增值捆绑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发现：未订阅安全/技术支持</a:t>
            </a:r>
            <a:br/>
            <a:r>
              <a:t>流失率显著偏高</a:t>
            </a:r>
            <a:br/>
            <a:br/>
            <a:r>
              <a:t>措施：免费试用→付费转化</a:t>
            </a:r>
            <a:br/>
            <a:br/>
            <a:r>
              <a:t>预期：提升粘性+切换成本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💳 支付引导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发现：电子支票支付者</a:t>
            </a:r>
            <a:br/>
            <a:r>
              <a:t>流失率最高</a:t>
            </a:r>
            <a:br/>
            <a:br/>
            <a:r>
              <a:t>措施：引导自动转账</a:t>
            </a:r>
            <a:br/>
            <a:r>
              <a:t>给小额折扣</a:t>
            </a:r>
            <a:br/>
            <a:br/>
            <a:r>
              <a:t>预期：提升LTV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👥 分群运营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发现：4类客户</a:t>
            </a:r>
            <a:br/>
            <a:r>
              <a:t>风险/价值差异大</a:t>
            </a:r>
            <a:br/>
            <a:br/>
            <a:r>
              <a:t>措施：差异化策略</a:t>
            </a:r>
            <a:br/>
            <a:r>
              <a:t>精准投放</a:t>
            </a:r>
            <a:br/>
            <a:br/>
            <a:r>
              <a:t>预期：提升ROI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⚠️ 预警系统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发现：在网时长是最重要</a:t>
            </a:r>
            <a:br/>
            <a:r>
              <a:t>预测特征</a:t>
            </a:r>
            <a:br/>
            <a:br/>
            <a:r>
              <a:t>措施：3/6/12月节点</a:t>
            </a:r>
            <a:br/>
            <a:r>
              <a:t>分级预警</a:t>
            </a:r>
            <a:br/>
            <a:br/>
            <a:r>
              <a:t>预期：早期干预新客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📡 光纤优化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发现：光纤用户付费高</a:t>
            </a:r>
            <a:br/>
            <a:r>
              <a:t>但流失率也高</a:t>
            </a:r>
            <a:br/>
            <a:br/>
            <a:r>
              <a:t>措施：排查体验痛点</a:t>
            </a:r>
            <a:br/>
            <a:r>
              <a:t>针对性改善</a:t>
            </a:r>
            <a:br/>
            <a:br/>
            <a:r>
              <a:t>预期：降高ARPU流失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10.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主要贡献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完整的数据挖掘全流程（EDA→预处理→特征工程→建模→评估→解释→应用）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随机森林最优：ROC-AUC=0.8386，Recall=0.7086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交叉验证使用折内SMOTE Pipeline，避免验证集泄漏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SMOTE将Recall从0.4893提升到0.7086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4类客户聚类画像 + 6大业务策略建议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未来改进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引入MLP/Wide&amp;Deep神经网络对比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构建客户行为时序特征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Tomek Links+SMOTE组合策略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在线A/B测试验证策略效果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实时预测+自动告警系统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引入外部数据丰富特征维度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040000"/>
            <a:ext cx="11160000" cy="90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核心价值：从数据 → 模型 → 解释 → 策略，完整的端到端数据挖掘解决方案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